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C01A-3759-3A3F-7D28-B25FD68C3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B1A21-A114-52E8-8207-9F596C6F3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D438D-DE6C-CEC5-1111-9E3FE438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B06AC-76F2-B354-34AC-E22D3560B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2BFC2-6B16-53B6-DD47-6759A701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956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32AD-2942-5DC6-BE97-99A7CECC2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1540C-4FCD-2EEC-606F-CF2C1BE4C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5A578-78F6-158C-A179-A56D3541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6651E-0CA7-7041-3214-CFBA44D5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1DE76-85C5-6B69-1761-B3416A30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014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4C5F-F7F5-7B90-3239-D6BE88AC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B9ABC-01E0-C59C-12AE-84CD30C39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C3420-8073-C168-7520-2E3C44A6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FBB05-CD1E-4C59-C53D-D1BAA42E4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49F5-F3A0-49B6-7DAA-5A6F3106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730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B303-D3CB-59DA-4B28-CAB51BA4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803B-CDA5-2BB7-E4EB-D5D3E42919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518EB-FAF6-7210-3A44-74E06CF47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DCF7-0361-6153-2542-B44AA4D2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CFD4C-00BB-DF77-F37F-D4407F0A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F7581-0390-E1F2-6C82-8E4F1A8D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037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17D3-EE2E-28F6-7C2B-F41873EA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B594D-691C-99AB-B48C-F75EE383D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A2425-43DE-5C0D-86E8-6A8A92E73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25289-E108-E5C8-0FC4-B2C074983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942C3-A477-8E14-011F-7D1FD3BC0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CECD1C-104E-2199-34DD-3DC4C9AC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09DE0-2C1F-2E2D-43F5-14866F89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77F222-C1BF-23C0-6AE7-6005C500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4874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674E5-B2E1-E7E2-9086-DC2A37BB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30CEA-061A-E5E5-5C1A-07E8652E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334A5-DA3E-FC62-C581-B559B068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3B359-4CA8-880C-6EA9-B9B7A7E2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322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A195B6-54E4-2847-596D-F79CE8D5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36E21-B046-7D0C-12E2-7CAADEED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13746-4EC7-9DE8-E903-C7F3A4338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871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F99E7-9091-80FE-4B01-2E685594B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735E9-EA2B-A7D8-524D-9D0529060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5D99-A132-4C0C-4D1F-420C945F0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4A4BD-CF9E-8457-B609-29B3F536A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18754-4D42-5BEF-8E21-B662FA7B7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ECD69-C84E-EE82-861B-6642B38A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381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96A6-E116-03DD-C0BF-DD12BCF6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A0316-A9A3-7E36-B3A8-D3AD8FF210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7A5EF-3E79-B22B-CBF5-8312B4575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DCECF-6C62-CFC0-39B3-337B3C10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E2FA6-37CA-F996-836F-1E2941973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313F9-A3D0-4C90-F18D-9B593C4B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6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56F50-566B-7CB3-B381-24148C44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263AC-0103-9D70-BEA0-81F05D2D2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2A390-F918-28E0-EAFF-8F608D38D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3E980-83E7-91C9-8197-CF7177F7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E211D-2CD3-4231-3B3C-647FA3A6C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02914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7D9068-DF52-03F4-681D-E19176361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6FF26-E002-CCAC-7113-F0E76D4BF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F8B2D-698E-7A14-A110-228CAA1C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65E99-A86C-8252-B85C-AD8A560CE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1B5F-1196-6B83-DC5E-647C6906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4949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69912-0B95-0E60-2E54-F3EFDB18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AA895-31EB-3982-9495-D814DF608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7BCE2-0E44-6552-C4D2-1EB7701FD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D7F4F-93E3-448C-A9ED-C7D586755D61}" type="datetimeFigureOut">
              <a:rPr lang="en-SG" smtClean="0"/>
              <a:t>17/12/2024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2D283-13EB-CC5A-EEDA-0EE3D4FC1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F4D78-31D4-B0C3-87F1-9614644BB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34214-D4B4-459B-A7AB-D4C8B8556AF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354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21A0B4-DF09-E9E2-DAB1-00806EAF0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9" y="647097"/>
            <a:ext cx="3748545" cy="6247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41A2DA-5B79-BE08-2E45-DF6F7F76985A}"/>
              </a:ext>
            </a:extLst>
          </p:cNvPr>
          <p:cNvSpPr txBox="1"/>
          <p:nvPr/>
        </p:nvSpPr>
        <p:spPr>
          <a:xfrm>
            <a:off x="41787" y="1271855"/>
            <a:ext cx="6252016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设计一个实验来测试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NLP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（自然语言处理）模型的生成效果，通常需要考虑多个方面，包括模型的目标、预期输出的质量、多样性以及与任务相关的具体要求。以下是一个基本框架，可以用来设计和执行这样的实验：</a:t>
            </a:r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1.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确定目标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明确目的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：首先确定你想要评估的特定方面，比如流畅性、准确性、相关性、连贯性、多样性等。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设定假设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：根据你的研究或开发目的，提出关于模型性能的具体假设。</a:t>
            </a:r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2.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选择基准模型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比较对象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：选择一个或多个基准模型作为对比，这些可以是现有的、公认的优秀模型，或者是你自己团队之前开发的版本。</a:t>
            </a:r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3.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数据准备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输入数据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：准备用于测试的输入文本，确保它们覆盖了不同的场景和主题，以全面评估模型的能力。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参考输出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：如果有标准答案或者人类生成的样本，可以作为参考输出，用于后续的自动评估或人工评价。</a:t>
            </a:r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4.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评估指标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自动评估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BLEU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 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(Bilingual Evaluation Understudy)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：常用于机器翻译，也可以用在其他文本生成任务上。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ROUGE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 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(Recall-Oriented Understudy for </a:t>
            </a:r>
            <a:r>
              <a:rPr lang="en-US" altLang="zh-CN" sz="1050" b="0" i="0" dirty="0" err="1">
                <a:solidFill>
                  <a:srgbClr val="2C2C36"/>
                </a:solidFill>
                <a:effectLst/>
                <a:latin typeface="-apple-system"/>
              </a:rPr>
              <a:t>Gisting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 Evaluation)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：主要用于评估摘要质量。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METEOR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 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(Metric for Evaluation of Translation with Explicit </a:t>
            </a:r>
            <a:r>
              <a:rPr lang="en-US" altLang="zh-CN" sz="1050" b="0" i="0" dirty="0" err="1">
                <a:solidFill>
                  <a:srgbClr val="2C2C36"/>
                </a:solidFill>
                <a:effectLst/>
                <a:latin typeface="-apple-system"/>
              </a:rPr>
              <a:t>ORdering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)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：结合词汇匹配、同义词匹配等多种因素。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Perplexity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：衡量模型对文本的预测能力，越低越好。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Distinct N-grams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：评估生成文本的多样性。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人工评估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：由人类评审员根据一系列标准（如流畅度、信息量、合理性等）打分。可以采用李克特量表（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Likert scale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）进行评分。</a:t>
            </a:r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5.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实验设置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控制变量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：确保除了被测试的模型之外，所有其他条件保持一致。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重复实验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：为了减少随机误差，应该多次运行实验，并计算平均值或其他统计量。</a:t>
            </a:r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6.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模型调整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根据初步结果调整模型参数或架构，然后再次进行测试，看看是否有改进。</a:t>
            </a:r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7.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分析与报告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数据分析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：使用统计方法分析实验结果，确认哪些差异具有显著性。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撰写报告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：详细记录实验过程、使用的工具和技术、得到的结果以及任何发现的问题或局限性。</a:t>
            </a:r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8.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后续行动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根据实验结果决定是否继续优化模型，或是将当前版本部署到生产环境中。</a:t>
            </a:r>
          </a:p>
          <a:p>
            <a:pPr algn="l"/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通过上述步骤，你可以系统地评估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NLP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模型的生成效果，从而更好地理解其优势和不足，指导未来的研发工作。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5914FB-A085-ED00-353A-F3F91AC83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732" y="647097"/>
            <a:ext cx="4699819" cy="5639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7C2937-77F0-ADEC-0CF7-1C8FF3C118F1}"/>
              </a:ext>
            </a:extLst>
          </p:cNvPr>
          <p:cNvSpPr txBox="1"/>
          <p:nvPr/>
        </p:nvSpPr>
        <p:spPr>
          <a:xfrm>
            <a:off x="6359013" y="1211075"/>
            <a:ext cx="5791200" cy="7330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solidFill>
                  <a:srgbClr val="2C2C36"/>
                </a:solidFill>
                <a:effectLst/>
                <a:latin typeface="-apple-system"/>
              </a:rPr>
              <a:t>设计一个实验来测试</a:t>
            </a:r>
            <a:r>
              <a:rPr lang="en-US" altLang="zh-CN" sz="1200" b="0" i="0" dirty="0">
                <a:solidFill>
                  <a:srgbClr val="2C2C36"/>
                </a:solidFill>
                <a:effectLst/>
                <a:latin typeface="-apple-system"/>
              </a:rPr>
              <a:t>NLP</a:t>
            </a:r>
            <a:r>
              <a:rPr lang="zh-CN" altLang="en-US" sz="1200" b="0" i="0" dirty="0">
                <a:solidFill>
                  <a:srgbClr val="2C2C36"/>
                </a:solidFill>
                <a:effectLst/>
                <a:latin typeface="-apple-system"/>
              </a:rPr>
              <a:t>模型的生成效果是一个复杂且多步骤的过程，它不仅需要考虑技术细节，还需要确保实验的设计能够有效地反映模型的真实性能。以下是</a:t>
            </a:r>
            <a:r>
              <a:rPr lang="zh-CN" altLang="en-US" sz="1200" b="0" i="0" dirty="0">
                <a:solidFill>
                  <a:srgbClr val="C00000"/>
                </a:solidFill>
                <a:effectLst/>
                <a:latin typeface="-apple-system"/>
              </a:rPr>
              <a:t>从数据准备、评估指标选择、测试方案设计、执行与结果分析到最终优化</a:t>
            </a:r>
            <a:r>
              <a:rPr lang="zh-CN" altLang="en-US" sz="1200" b="0" i="0" dirty="0">
                <a:solidFill>
                  <a:srgbClr val="2C2C36"/>
                </a:solidFill>
                <a:effectLst/>
                <a:latin typeface="-apple-system"/>
              </a:rPr>
              <a:t>的</a:t>
            </a:r>
            <a:r>
              <a:rPr lang="zh-CN" altLang="en-US" sz="1200" b="1" i="0" dirty="0">
                <a:solidFill>
                  <a:srgbClr val="C00000"/>
                </a:solidFill>
                <a:effectLst/>
                <a:latin typeface="-apple-system"/>
              </a:rPr>
              <a:t>一系列详细步骤</a:t>
            </a:r>
            <a:r>
              <a:rPr lang="zh-CN" altLang="en-US" sz="1200" b="0" i="0" dirty="0">
                <a:solidFill>
                  <a:srgbClr val="2C2C36"/>
                </a:solidFill>
                <a:effectLst/>
                <a:latin typeface="-apple-system"/>
              </a:rPr>
              <a:t>，旨在帮助你构建一个全面而有效的实验框架。</a:t>
            </a:r>
            <a:endParaRPr lang="en-SG" altLang="zh-CN" sz="1200" b="0" i="0" dirty="0">
              <a:solidFill>
                <a:srgbClr val="2C2C36"/>
              </a:solidFill>
              <a:effectLst/>
              <a:latin typeface="-apple-system"/>
            </a:endParaRPr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1.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数据准备</a:t>
            </a:r>
          </a:p>
          <a:p>
            <a:pPr algn="l"/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首先，准备好用于测试的数据集至关重要。这包括输入和预期输出两部分。对于生成任务，理想的测试数据应该涵盖广泛的情景和主题，以确保模型能够在多样化的环境中表现出色。例如，在对话系统中，可以使用包含多种话题和社会背景的对话记录作为测试集</a:t>
            </a:r>
            <a:r>
              <a:rPr lang="zh-CN" altLang="en-US" sz="1050" dirty="0"/>
              <a:t>。此外，还可以通过模板生成一些特定类型的测试用例，或是对原始数据添加微小扰动来检验模型的鲁棒性。</a:t>
            </a:r>
            <a:endParaRPr lang="en-SG" altLang="zh-CN" sz="1050" dirty="0"/>
          </a:p>
          <a:p>
            <a:pPr fontAlgn="t">
              <a:lnSpc>
                <a:spcPts val="1200"/>
              </a:lnSpc>
              <a:spcBef>
                <a:spcPts val="75"/>
              </a:spcBef>
            </a:pPr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2.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性能指标选择</a:t>
            </a:r>
          </a:p>
          <a:p>
            <a:pPr algn="l"/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选择合适的性能指标是衡量模型生成效果的关键。常见的自动评估指标包括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BLEU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、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ROUGE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、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METEOR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等，它们主要用于评估生成文本与参考文本之间的相似度。然而，这些指标有时并不能完全捕捉到人类感知的质量，因此结合人工评估是非常必要的。人工评估可以通过构建反馈表单收集用户对每个回应的评价，并根据反馈进行深入分析</a:t>
            </a:r>
            <a:r>
              <a:rPr lang="zh-CN" altLang="en-US" sz="1050" dirty="0"/>
              <a:t>。此外，还可以引入诸如</a:t>
            </a:r>
            <a:r>
              <a:rPr lang="en-US" altLang="zh-CN" sz="1050" dirty="0" err="1"/>
              <a:t>CheckList</a:t>
            </a:r>
            <a:r>
              <a:rPr lang="zh-CN" altLang="en-US" sz="1050" dirty="0"/>
              <a:t>这样的工具，它提供了一系列抽象来帮助快速生成大规模测试用例，从而更全面地测试模型的行为。</a:t>
            </a:r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3.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测试方案设计</a:t>
            </a:r>
          </a:p>
          <a:p>
            <a:pPr algn="l"/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设计合理的测试方案意味着要明确测试的对象、场景、数据集的选择及评估方法。对于对话模型而言，可以通过数据集批量测试来评估其在不同情况下的表现；同时，也可以通过用户反馈收集模型的实际表现，这是对模型回应能力的一种直观评估方式</a:t>
            </a:r>
            <a:r>
              <a:rPr lang="zh-CN" altLang="en-US" sz="1050" dirty="0"/>
              <a:t>。另外，考虑到生成式模型的特点，如</a:t>
            </a:r>
            <a:r>
              <a:rPr lang="en-US" altLang="zh-CN" sz="1050" dirty="0"/>
              <a:t>GPT-2</a:t>
            </a:r>
            <a:r>
              <a:rPr lang="zh-CN" altLang="en-US" sz="1050" dirty="0"/>
              <a:t>采用的</a:t>
            </a:r>
            <a:r>
              <a:rPr lang="en-US" altLang="zh-CN" sz="1050" dirty="0"/>
              <a:t>Top-k Sampling</a:t>
            </a:r>
            <a:r>
              <a:rPr lang="zh-CN" altLang="en-US" sz="1050" dirty="0"/>
              <a:t>或</a:t>
            </a:r>
            <a:r>
              <a:rPr lang="en-US" altLang="zh-CN" sz="1050" dirty="0"/>
              <a:t>Top-p Sampling</a:t>
            </a:r>
            <a:r>
              <a:rPr lang="zh-CN" altLang="en-US" sz="1050" dirty="0"/>
              <a:t>解码策略，可以在实验中探索不同的解码方法对生成结果的影响。</a:t>
            </a:r>
            <a:endParaRPr lang="en-SG" altLang="zh-CN" sz="1050" dirty="0"/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4.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测试执行</a:t>
            </a:r>
          </a:p>
          <a:p>
            <a:pPr algn="l"/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在执行测试时，应严格按照预定的方案进行，并记录下所有的测试结果。如果可能的话，尽量保持测试环境的一致性，以便于后续的结果对比。对于大型语言模型（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LLM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），由于其计算资源消耗较大，建议合理规划测试批次，避免一次性加载过多数据导致系统过载</a:t>
            </a:r>
            <a:r>
              <a:rPr lang="zh-CN" altLang="en-US" sz="1050" dirty="0"/>
              <a:t>。</a:t>
            </a:r>
            <a:endParaRPr lang="en-SG" altLang="zh-CN" sz="1050" dirty="0"/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5.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测试结果分析</a:t>
            </a:r>
          </a:p>
          <a:p>
            <a:pPr algn="l"/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测试完成后，需要对收集到的数据进行仔细分析。自动评估指标可以帮助快速定位问题所在，但最终还是要依赖人工审查来确认模型生成内容的质量。通过对测试结果的分析，可以找出模型性能上的瓶颈，并为下一步的优化指明方向。例如，如果发现模型在某些特定类型的输入上表现不佳，则可以针对性地调整模型结构或训练参数</a:t>
            </a:r>
            <a:r>
              <a:rPr lang="zh-CN" altLang="en-US" sz="1050" dirty="0"/>
              <a:t>。</a:t>
            </a:r>
            <a:endParaRPr lang="en-SG" altLang="zh-CN" sz="1050" dirty="0"/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6.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模型优化</a:t>
            </a:r>
          </a:p>
          <a:p>
            <a:pPr algn="l"/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基于测试结果，可以采取多种措施来改进模型。这可能涉及到调整模型架构、增加训练数据量、改变损失函数形式等方面。值得注意的是，任何改动都应在控制变量的前提下进行，即每次只改变一个因素，以便准确评估其影响。经过一轮或多轮迭代后，再次进行测试验证，确保模型性能得到了有效提升</a:t>
            </a:r>
            <a:r>
              <a:rPr lang="zh-CN" altLang="en-US" sz="1050" dirty="0"/>
              <a:t>。</a:t>
            </a:r>
            <a:endParaRPr lang="en-SG" altLang="zh-CN" sz="1050" dirty="0"/>
          </a:p>
          <a:p>
            <a:pPr algn="l"/>
            <a:r>
              <a:rPr lang="en-US" altLang="zh-CN" sz="1050" b="1" i="0" dirty="0">
                <a:solidFill>
                  <a:srgbClr val="2C2C36"/>
                </a:solidFill>
                <a:effectLst/>
                <a:latin typeface="-apple-system"/>
              </a:rPr>
              <a:t>7. </a:t>
            </a:r>
            <a:r>
              <a:rPr lang="zh-CN" altLang="en-US" sz="1050" b="1" i="0" dirty="0">
                <a:solidFill>
                  <a:srgbClr val="2C2C36"/>
                </a:solidFill>
                <a:effectLst/>
                <a:latin typeface="-apple-system"/>
              </a:rPr>
              <a:t>再次测试和验证</a:t>
            </a:r>
          </a:p>
          <a:p>
            <a:pPr algn="l"/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最后，经过优化后的模型应当重新接受严格的测试，以确认所有改进措施确实带来了积极的变化。此时，不仅可以重复之前的测试流程，还可以尝试新的测试案例，进一步扩大测试范围，确保模型具有良好的泛化能力。</a:t>
            </a:r>
          </a:p>
          <a:p>
            <a:pPr algn="l"/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综上所述，设计一个完整的</a:t>
            </a:r>
            <a:r>
              <a:rPr lang="en-US" altLang="zh-CN" sz="1050" b="0" i="0" dirty="0">
                <a:solidFill>
                  <a:srgbClr val="2C2C36"/>
                </a:solidFill>
                <a:effectLst/>
                <a:latin typeface="-apple-system"/>
              </a:rPr>
              <a:t>NLP</a:t>
            </a:r>
            <a:r>
              <a:rPr lang="zh-CN" altLang="en-US" sz="1050" b="0" i="0" dirty="0">
                <a:solidFill>
                  <a:srgbClr val="2C2C36"/>
                </a:solidFill>
                <a:effectLst/>
                <a:latin typeface="-apple-system"/>
              </a:rPr>
              <a:t>模型生成效果测试实验，不仅需要精心挑选测试数据和评估指标，还要科学合理地设计测试方案，并在执行过程中严格把控每一个环节。只有这样，才能获得准确可靠的实验结果，进而指导模型的持续优化和发展</a:t>
            </a:r>
            <a:r>
              <a:rPr lang="zh-CN" altLang="en-US" sz="1100" dirty="0"/>
              <a:t>。</a:t>
            </a:r>
            <a:endParaRPr lang="en-SG" sz="1100" dirty="0"/>
          </a:p>
          <a:p>
            <a:endParaRPr lang="en-SG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91635E-0C0C-4959-A18C-B7F28FE9E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070" y="4245077"/>
            <a:ext cx="5058481" cy="23625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3EC2B7-B489-E200-BE0F-7495990F4232}"/>
              </a:ext>
            </a:extLst>
          </p:cNvPr>
          <p:cNvSpPr txBox="1"/>
          <p:nvPr/>
        </p:nvSpPr>
        <p:spPr>
          <a:xfrm>
            <a:off x="9770277" y="447673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回答中包含参考链接</a:t>
            </a:r>
            <a:endParaRPr lang="en-S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112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2104</Words>
  <Application>Microsoft Office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-apple-system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Ruizhe Ye</dc:creator>
  <cp:lastModifiedBy>Ruizhe Ye</cp:lastModifiedBy>
  <cp:revision>2</cp:revision>
  <dcterms:created xsi:type="dcterms:W3CDTF">2024-12-17T14:36:32Z</dcterms:created>
  <dcterms:modified xsi:type="dcterms:W3CDTF">2024-12-17T17:05:23Z</dcterms:modified>
</cp:coreProperties>
</file>