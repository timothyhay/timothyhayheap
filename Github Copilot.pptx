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020EA-2E51-B52B-A5B9-CF9138C37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5FA705-5CA1-09AF-0C1A-7CAB52F124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061F65-6417-362E-8EAF-0ADC8DFA9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AC4E4-2D4E-47F1-B4A4-39D1879C4CAD}" type="datetimeFigureOut">
              <a:rPr lang="en-SG" smtClean="0"/>
              <a:t>20/12/2024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04DBC-4AFE-DA69-B367-5E03C2F82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6AF65-9585-C9DC-1B3F-DE235EAA3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78CA-FE76-4D33-8321-E53A0E7C5D4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2132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5F587-9806-7B44-E6E2-02FEAC93C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C76BD-AEA7-6775-1AE8-E91AE5180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CF4E7-922D-C34F-68F7-6CDEFA9D9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AC4E4-2D4E-47F1-B4A4-39D1879C4CAD}" type="datetimeFigureOut">
              <a:rPr lang="en-SG" smtClean="0"/>
              <a:t>20/12/2024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BFC32E-599B-75AC-FBEA-84394623F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C2464-A4ED-4896-EA14-5399460FB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78CA-FE76-4D33-8321-E53A0E7C5D4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90196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918EA-5D3F-2CA5-272B-4AD19E504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AD6766-B697-636B-40AE-6C6DEA9B70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F93C3-4934-34AB-320A-A8304EC08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AC4E4-2D4E-47F1-B4A4-39D1879C4CAD}" type="datetimeFigureOut">
              <a:rPr lang="en-SG" smtClean="0"/>
              <a:t>20/12/2024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EF321-719A-E0DE-EE17-E18CB3FBC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F2269-CA40-5713-FCE5-BC3DBD10E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78CA-FE76-4D33-8321-E53A0E7C5D4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18692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F02B9-E7C6-09B3-C9BA-129225209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B5405-996B-2EBB-ABE6-A975180EA4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7369E4-530E-45CB-5787-9EA9D2043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B40490-DCC0-7474-CD6C-25D5DC313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AC4E4-2D4E-47F1-B4A4-39D1879C4CAD}" type="datetimeFigureOut">
              <a:rPr lang="en-SG" smtClean="0"/>
              <a:t>20/12/2024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CF0E00-855C-E463-E5E1-EB76B8117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8BE1CD-EA5D-70E2-E6E4-1E2EB3748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78CA-FE76-4D33-8321-E53A0E7C5D4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47680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CC765-0E63-4F86-B68F-F28E847BF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498925-7375-5ADD-7F7A-5D5657A17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E3A980-3872-892D-601E-6776DBB2C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786E70-83EA-919E-B652-0BE6C6C09D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766446-0F92-5260-419E-C7138A9C8E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050CC7-508D-193B-0EA5-E7B741775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AC4E4-2D4E-47F1-B4A4-39D1879C4CAD}" type="datetimeFigureOut">
              <a:rPr lang="en-SG" smtClean="0"/>
              <a:t>20/12/2024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229240-6C09-05BE-BD98-52D0D21AB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7570C9-0061-17C2-ED8E-29B75C3A8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78CA-FE76-4D33-8321-E53A0E7C5D4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29815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29442-A9A9-2130-1465-69A112AA9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B8AA31-E316-EBD3-2CA1-40FB97904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AC4E4-2D4E-47F1-B4A4-39D1879C4CAD}" type="datetimeFigureOut">
              <a:rPr lang="en-SG" smtClean="0"/>
              <a:t>20/12/2024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C76845-8BFC-E35C-4203-A381E906E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335644-58F2-3089-E284-567C1FB0A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78CA-FE76-4D33-8321-E53A0E7C5D4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50734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781708-9694-7FC0-45A0-C10900B43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AC4E4-2D4E-47F1-B4A4-39D1879C4CAD}" type="datetimeFigureOut">
              <a:rPr lang="en-SG" smtClean="0"/>
              <a:t>20/12/2024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5B337A-8647-BC5A-6F7D-137399F00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2A9EDE-EEB3-25F4-2E9D-7B53B2AEA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78CA-FE76-4D33-8321-E53A0E7C5D4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44147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6430F-A390-4D0D-A1C6-337B97569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9DD01-1C2C-CA59-FB8C-60B67CFEC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B7F1A4-E080-CA54-FAE9-8854E7BA17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59A0F9-25ED-2EE7-E3DF-27408FBEE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AC4E4-2D4E-47F1-B4A4-39D1879C4CAD}" type="datetimeFigureOut">
              <a:rPr lang="en-SG" smtClean="0"/>
              <a:t>20/12/2024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CF3319-16E9-115C-E825-E889C31F3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33265B-7853-22A3-FA69-84485B941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78CA-FE76-4D33-8321-E53A0E7C5D4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1178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700DF-F2BD-37B6-24A8-9F7217827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29DA41-005C-AB98-20A3-FF06B2DDF2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E63EB0-8711-8275-3E8D-C75B021C0E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73C732-4F15-1ACC-A433-C83994EE5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AC4E4-2D4E-47F1-B4A4-39D1879C4CAD}" type="datetimeFigureOut">
              <a:rPr lang="en-SG" smtClean="0"/>
              <a:t>20/12/2024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77AEDB-7AED-23BC-B210-E31C47BA7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D030CE-D873-168E-E4C7-7D664D6AE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78CA-FE76-4D33-8321-E53A0E7C5D4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91177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38577-EDE6-BDDA-5DC8-FEF3FD37C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C32308-23DA-C643-70D8-89CDDBCBE7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8FDD2-6717-5857-43D0-CE06CBF04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AC4E4-2D4E-47F1-B4A4-39D1879C4CAD}" type="datetimeFigureOut">
              <a:rPr lang="en-SG" smtClean="0"/>
              <a:t>20/12/2024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28842-7A49-1CD2-4914-0E8C23FAD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541C77-3ACE-4ACD-4C3B-B1387C70A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78CA-FE76-4D33-8321-E53A0E7C5D4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2557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281CBE-0D84-F0B8-6857-2829C2B976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D3F1EE-42EA-67B3-A56A-C36814130C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A2686-91D1-E960-246B-9CD9035F3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AC4E4-2D4E-47F1-B4A4-39D1879C4CAD}" type="datetimeFigureOut">
              <a:rPr lang="en-SG" smtClean="0"/>
              <a:t>20/12/2024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12B3E-71CF-E499-0768-04FD880A1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70BC2-695C-C41A-4CB7-FB9DC866E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78CA-FE76-4D33-8321-E53A0E7C5D4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02032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4B09D7-40A7-5714-8B9C-AF055432D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D0CE6B-13D9-8105-E820-3AA46FE6D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49195-3050-870D-773F-DECF80EE05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6AC4E4-2D4E-47F1-B4A4-39D1879C4CAD}" type="datetimeFigureOut">
              <a:rPr lang="en-SG" smtClean="0"/>
              <a:t>20/12/2024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34AEC-F0B9-B2D7-7E0F-311AFB43E7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495655-A167-D0FA-45AF-4BD0D8B3FB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8478CA-FE76-4D33-8321-E53A0E7C5D4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87150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EC759-EF91-FB4C-3ACD-6C2A83F58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 err="1"/>
              <a:t>Github</a:t>
            </a:r>
            <a:r>
              <a:rPr lang="en-SG" dirty="0"/>
              <a:t> Copilot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A6EC05-711C-08D2-5616-B90D8D5F2B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514" y="1525126"/>
            <a:ext cx="7883258" cy="3640678"/>
          </a:xfr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82F439EC-69C9-6EC6-999E-CEB374DE62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813012-2EA7-3191-1DE9-52A28816A82B}"/>
              </a:ext>
            </a:extLst>
          </p:cNvPr>
          <p:cNvSpPr txBox="1"/>
          <p:nvPr/>
        </p:nvSpPr>
        <p:spPr>
          <a:xfrm>
            <a:off x="8152856" y="1690688"/>
            <a:ext cx="388182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查看问题单</a:t>
            </a:r>
            <a:r>
              <a:rPr lang="en-SG" altLang="zh-CN" dirty="0"/>
              <a:t>/I</a:t>
            </a:r>
            <a:r>
              <a:rPr lang="en-US" altLang="zh-CN" dirty="0" err="1"/>
              <a:t>ssue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根据问题单</a:t>
            </a:r>
            <a:r>
              <a:rPr lang="en-SG" altLang="zh-CN" dirty="0"/>
              <a:t>/</a:t>
            </a:r>
            <a:r>
              <a:rPr lang="zh-CN" altLang="en-US" dirty="0"/>
              <a:t>检视意见在对应代码块提供改进建议</a:t>
            </a:r>
            <a:endParaRPr lang="en-SG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SG" dirty="0"/>
          </a:p>
          <a:p>
            <a:r>
              <a:rPr lang="zh-CN" altLang="en-US" dirty="0"/>
              <a:t>快捷</a:t>
            </a:r>
            <a:r>
              <a:rPr lang="en-SG" altLang="zh-CN" dirty="0"/>
              <a:t>G</a:t>
            </a:r>
            <a:r>
              <a:rPr lang="en-US" altLang="zh-CN" dirty="0"/>
              <a:t>it</a:t>
            </a:r>
            <a:r>
              <a:rPr lang="zh-CN" altLang="en-US" dirty="0"/>
              <a:t>指令</a:t>
            </a:r>
            <a:r>
              <a:rPr lang="en-SG" altLang="zh-CN" dirty="0"/>
              <a:t>(</a:t>
            </a:r>
            <a:r>
              <a:rPr lang="zh-CN" altLang="en-US" dirty="0"/>
              <a:t>复杂场景涉及</a:t>
            </a:r>
            <a:r>
              <a:rPr lang="en-SG" altLang="zh-CN" dirty="0"/>
              <a:t>A</a:t>
            </a:r>
            <a:r>
              <a:rPr lang="en-US" altLang="zh-CN" dirty="0"/>
              <a:t>gent</a:t>
            </a:r>
            <a:r>
              <a:rPr lang="en-SG" altLang="zh-CN" dirty="0"/>
              <a:t>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SG" dirty="0"/>
              <a:t>e.g. “</a:t>
            </a:r>
            <a:r>
              <a:rPr lang="zh-CN" altLang="en-US" dirty="0"/>
              <a:t>从</a:t>
            </a:r>
            <a:r>
              <a:rPr lang="en-US" altLang="zh-CN" dirty="0"/>
              <a:t>develop</a:t>
            </a:r>
            <a:r>
              <a:rPr lang="zh-CN" altLang="en-US" dirty="0"/>
              <a:t>拉一个新分支，提交本地代码，</a:t>
            </a:r>
            <a:r>
              <a:rPr lang="zh-CN" altLang="en-US" b="1" dirty="0">
                <a:solidFill>
                  <a:srgbClr val="C00000"/>
                </a:solidFill>
              </a:rPr>
              <a:t>覆盖冲突</a:t>
            </a:r>
            <a:r>
              <a:rPr lang="en-SG" dirty="0"/>
              <a:t>”</a:t>
            </a:r>
          </a:p>
          <a:p>
            <a:endParaRPr lang="en-SG" dirty="0"/>
          </a:p>
          <a:p>
            <a:r>
              <a:rPr lang="en-SG" altLang="zh-CN" dirty="0"/>
              <a:t>&gt; </a:t>
            </a:r>
            <a:r>
              <a:rPr lang="zh-CN" altLang="en-US" dirty="0"/>
              <a:t>提示其他同事修改</a:t>
            </a:r>
            <a:endParaRPr lang="en-SG" altLang="zh-CN" dirty="0"/>
          </a:p>
          <a:p>
            <a:r>
              <a:rPr lang="en-SG" dirty="0"/>
              <a:t> “</a:t>
            </a:r>
            <a:r>
              <a:rPr lang="zh-CN" altLang="en-US" dirty="0"/>
              <a:t>今天</a:t>
            </a:r>
            <a:r>
              <a:rPr lang="en-US" altLang="zh-CN" dirty="0"/>
              <a:t>release</a:t>
            </a:r>
            <a:r>
              <a:rPr lang="zh-CN" altLang="en-US" dirty="0"/>
              <a:t>分支合并了什么修改</a:t>
            </a:r>
            <a:r>
              <a:rPr lang="en-SG" dirty="0"/>
              <a:t>”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0CB1B69-DFF9-4AE4-50FB-49755CA1B4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53010"/>
            <a:ext cx="7393354" cy="192139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DB953AA-D312-C76F-1F96-ADE34CD59C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2856" y="5068835"/>
            <a:ext cx="3677163" cy="80973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3E3B238-3361-5F3E-C9B7-577196C49BF4}"/>
              </a:ext>
            </a:extLst>
          </p:cNvPr>
          <p:cNvSpPr txBox="1"/>
          <p:nvPr/>
        </p:nvSpPr>
        <p:spPr>
          <a:xfrm>
            <a:off x="7720781" y="5932733"/>
            <a:ext cx="44712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生成文档是</a:t>
            </a:r>
            <a:r>
              <a:rPr lang="en-US" altLang="zh-CN" dirty="0"/>
              <a:t>copilot</a:t>
            </a:r>
            <a:r>
              <a:rPr lang="zh-CN" altLang="en-US" dirty="0"/>
              <a:t>的一个推荐场景</a:t>
            </a:r>
            <a:endParaRPr lang="en-SG" altLang="zh-CN" dirty="0"/>
          </a:p>
          <a:p>
            <a:r>
              <a:rPr lang="en-SG" dirty="0"/>
              <a:t>e.g. README.</a:t>
            </a:r>
            <a:r>
              <a:rPr lang="en-US" altLang="zh-CN" dirty="0"/>
              <a:t>md </a:t>
            </a:r>
            <a:r>
              <a:rPr lang="zh-CN" altLang="en-US" dirty="0"/>
              <a:t>较为低频 </a:t>
            </a:r>
            <a:r>
              <a:rPr lang="en-SG" altLang="zh-CN" dirty="0"/>
              <a:t>- </a:t>
            </a:r>
            <a:r>
              <a:rPr lang="zh-CN" altLang="en-US" dirty="0"/>
              <a:t>但接口相关文档相对高频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70745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BA8C4-105A-75CB-AA56-A9A0F3F2E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有关</a:t>
            </a:r>
            <a:r>
              <a:rPr lang="en-SG" altLang="zh-CN" dirty="0"/>
              <a:t>API</a:t>
            </a:r>
            <a:r>
              <a:rPr lang="zh-CN" altLang="en-US" dirty="0"/>
              <a:t>的功能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A24B6-FE99-7C88-97B4-387C363474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572432" cy="4351338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SG" sz="2400" b="1" dirty="0"/>
              <a:t>YAML</a:t>
            </a:r>
            <a:r>
              <a:rPr lang="zh-CN" altLang="en-US" sz="2400" b="1" dirty="0"/>
              <a:t>生成：</a:t>
            </a:r>
            <a:r>
              <a:rPr lang="zh-CN" altLang="en-US" sz="2400" dirty="0"/>
              <a:t>根据已实现的</a:t>
            </a:r>
            <a:r>
              <a:rPr lang="en-SG" altLang="zh-CN" sz="2400" dirty="0"/>
              <a:t>C</a:t>
            </a:r>
            <a:r>
              <a:rPr lang="en-US" altLang="zh-CN" sz="2400" dirty="0" err="1"/>
              <a:t>ontroller</a:t>
            </a:r>
            <a:r>
              <a:rPr lang="zh-CN" altLang="en-US" sz="2400" dirty="0"/>
              <a:t>层方法（接口）生成 </a:t>
            </a:r>
            <a:r>
              <a:rPr lang="en-SG" altLang="zh-CN" sz="2400" dirty="0"/>
              <a:t>YAML</a:t>
            </a:r>
          </a:p>
          <a:p>
            <a:pPr marL="514350" indent="-514350">
              <a:buAutoNum type="arabicPeriod"/>
            </a:pPr>
            <a:r>
              <a:rPr lang="en-SG" altLang="zh-CN" sz="2400" b="1" dirty="0"/>
              <a:t>API</a:t>
            </a:r>
            <a:r>
              <a:rPr lang="zh-CN" altLang="en-US" sz="2400" b="1" dirty="0"/>
              <a:t>文档生成：</a:t>
            </a:r>
            <a:r>
              <a:rPr lang="zh-CN" altLang="en-US" sz="2400" dirty="0"/>
              <a:t>根据 </a:t>
            </a:r>
            <a:r>
              <a:rPr lang="en-SG" altLang="zh-CN" sz="2400" dirty="0"/>
              <a:t>YAML + </a:t>
            </a:r>
            <a:r>
              <a:rPr lang="zh-CN" altLang="en-US" sz="2400" dirty="0"/>
              <a:t>已实现接口业务代码生成接口说明文档，文档包含接口注释与用法。</a:t>
            </a:r>
            <a:endParaRPr lang="en-SG" altLang="zh-CN" sz="2400" dirty="0"/>
          </a:p>
          <a:p>
            <a:pPr marL="0" indent="0">
              <a:buNone/>
            </a:pPr>
            <a:r>
              <a:rPr lang="en-SG" sz="2400" dirty="0"/>
              <a:t> - </a:t>
            </a:r>
            <a:r>
              <a:rPr lang="en-SG" sz="2400" dirty="0" err="1"/>
              <a:t>Src</a:t>
            </a:r>
            <a:r>
              <a:rPr lang="en-SG" sz="2400" dirty="0"/>
              <a:t>: </a:t>
            </a:r>
            <a:r>
              <a:rPr lang="zh-CN" altLang="en-US" sz="2400" dirty="0"/>
              <a:t>开发反馈。内部许多老服务没有（或没有规范的）</a:t>
            </a:r>
            <a:r>
              <a:rPr lang="en-SG" altLang="zh-CN" sz="2400" dirty="0"/>
              <a:t>YAML</a:t>
            </a:r>
            <a:r>
              <a:rPr lang="zh-CN" altLang="en-US" sz="2400" dirty="0"/>
              <a:t>文件来描述接口，分享接口给其他人调用</a:t>
            </a:r>
            <a:r>
              <a:rPr lang="en-SG" altLang="zh-CN" sz="2400" dirty="0"/>
              <a:t>/</a:t>
            </a:r>
            <a:r>
              <a:rPr lang="zh-CN" altLang="en-US" sz="2400" dirty="0"/>
              <a:t>新人接手时对接较为繁琐，需要详细询问</a:t>
            </a:r>
            <a:r>
              <a:rPr lang="en-SG" altLang="zh-CN" sz="2400" dirty="0"/>
              <a:t>/</a:t>
            </a:r>
            <a:r>
              <a:rPr lang="zh-CN" altLang="en-US" sz="2400" dirty="0"/>
              <a:t>查找接口规格和用法。</a:t>
            </a:r>
            <a:endParaRPr lang="en-SG" sz="2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EF086BF-2275-8270-5414-2F9D2FC60C4A}"/>
              </a:ext>
            </a:extLst>
          </p:cNvPr>
          <p:cNvSpPr txBox="1">
            <a:spLocks/>
          </p:cNvSpPr>
          <p:nvPr/>
        </p:nvSpPr>
        <p:spPr>
          <a:xfrm>
            <a:off x="6585156" y="1825625"/>
            <a:ext cx="557243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SG" sz="2400" dirty="0"/>
              <a:t>3. </a:t>
            </a:r>
            <a:r>
              <a:rPr lang="en-SG" altLang="zh-CN" sz="2400" dirty="0"/>
              <a:t>YAML</a:t>
            </a:r>
            <a:r>
              <a:rPr lang="zh-CN" altLang="en-US" sz="2400" dirty="0"/>
              <a:t>生成：已有需求文档</a:t>
            </a:r>
            <a:r>
              <a:rPr lang="en-SG" altLang="zh-CN" sz="2400" dirty="0"/>
              <a:t> </a:t>
            </a:r>
            <a:r>
              <a:rPr lang="zh-CN" altLang="en-US" sz="2400" dirty="0"/>
              <a:t>，分析得到接口设计直接转化为</a:t>
            </a:r>
            <a:r>
              <a:rPr lang="en-SG" altLang="zh-CN" sz="2400" dirty="0"/>
              <a:t>YAML</a:t>
            </a:r>
            <a:r>
              <a:rPr lang="zh-CN" altLang="en-US" sz="2400" dirty="0"/>
              <a:t>。</a:t>
            </a:r>
            <a:endParaRPr lang="en-SG" altLang="zh-CN" sz="2400" dirty="0"/>
          </a:p>
          <a:p>
            <a:pPr marL="0" indent="0">
              <a:buNone/>
            </a:pPr>
            <a:r>
              <a:rPr lang="en-SG" sz="2400" dirty="0"/>
              <a:t>- </a:t>
            </a:r>
            <a:r>
              <a:rPr lang="zh-CN" altLang="en-US" sz="2400" dirty="0"/>
              <a:t>省去开发分析</a:t>
            </a:r>
            <a:r>
              <a:rPr lang="en-SG" altLang="zh-CN" sz="2400" dirty="0"/>
              <a:t>/</a:t>
            </a:r>
            <a:r>
              <a:rPr lang="zh-CN" altLang="en-US" sz="2400" dirty="0"/>
              <a:t>设计步骤。</a:t>
            </a:r>
            <a:endParaRPr lang="en-SG" sz="2400" dirty="0"/>
          </a:p>
        </p:txBody>
      </p:sp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AE8E6B4E-82D3-4EAC-6CFD-43514E2DC9B5}"/>
              </a:ext>
            </a:extLst>
          </p:cNvPr>
          <p:cNvSpPr/>
          <p:nvPr/>
        </p:nvSpPr>
        <p:spPr>
          <a:xfrm>
            <a:off x="6666271" y="491613"/>
            <a:ext cx="1120877" cy="1111045"/>
          </a:xfrm>
          <a:prstGeom prst="foldedCorne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需求文档</a:t>
            </a:r>
            <a:endParaRPr lang="en-SG" altLang="zh-CN" sz="1600" dirty="0"/>
          </a:p>
          <a:p>
            <a:pPr algn="ctr"/>
            <a:r>
              <a:rPr lang="en-SG" sz="1600" dirty="0"/>
              <a:t>(</a:t>
            </a:r>
            <a:r>
              <a:rPr lang="zh-CN" altLang="en-US" sz="1600" dirty="0"/>
              <a:t>自然语言</a:t>
            </a:r>
            <a:r>
              <a:rPr lang="en-SG" altLang="zh-CN" sz="1600" dirty="0"/>
              <a:t>)</a:t>
            </a:r>
            <a:endParaRPr lang="en-SG" sz="16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9512F6-4451-7928-8D71-5A10DEDC6BCB}"/>
              </a:ext>
            </a:extLst>
          </p:cNvPr>
          <p:cNvSpPr/>
          <p:nvPr/>
        </p:nvSpPr>
        <p:spPr>
          <a:xfrm>
            <a:off x="8327923" y="491613"/>
            <a:ext cx="875071" cy="11110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YAML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DDA430-372F-2D7C-84C3-4D484CD7AB7D}"/>
              </a:ext>
            </a:extLst>
          </p:cNvPr>
          <p:cNvSpPr/>
          <p:nvPr/>
        </p:nvSpPr>
        <p:spPr>
          <a:xfrm>
            <a:off x="9743769" y="491613"/>
            <a:ext cx="875071" cy="11110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业务代码</a:t>
            </a:r>
            <a:endParaRPr lang="en-SG" altLang="zh-CN" sz="1400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0BCD365E-B9AA-8725-AB01-DE8B881FB559}"/>
              </a:ext>
            </a:extLst>
          </p:cNvPr>
          <p:cNvSpPr/>
          <p:nvPr/>
        </p:nvSpPr>
        <p:spPr>
          <a:xfrm>
            <a:off x="7914968" y="943897"/>
            <a:ext cx="304800" cy="27530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7ED0DB52-0EC7-604B-600B-9243EBC78C28}"/>
              </a:ext>
            </a:extLst>
          </p:cNvPr>
          <p:cNvSpPr/>
          <p:nvPr/>
        </p:nvSpPr>
        <p:spPr>
          <a:xfrm rot="10800000">
            <a:off x="9325899" y="1240220"/>
            <a:ext cx="304800" cy="27530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0A012ED4-5761-B176-76E9-24C625439821}"/>
              </a:ext>
            </a:extLst>
          </p:cNvPr>
          <p:cNvSpPr/>
          <p:nvPr/>
        </p:nvSpPr>
        <p:spPr>
          <a:xfrm>
            <a:off x="9340646" y="601124"/>
            <a:ext cx="304800" cy="275303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7441C2-6E4F-6B18-2EFA-CBAE90AB9EE9}"/>
              </a:ext>
            </a:extLst>
          </p:cNvPr>
          <p:cNvSpPr txBox="1"/>
          <p:nvPr/>
        </p:nvSpPr>
        <p:spPr>
          <a:xfrm>
            <a:off x="6833420" y="45522"/>
            <a:ext cx="4188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800" dirty="0">
                <a:solidFill>
                  <a:schemeClr val="accent6">
                    <a:lumMod val="75000"/>
                  </a:schemeClr>
                </a:solidFill>
              </a:rPr>
              <a:t>(Controller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层转换已由</a:t>
            </a:r>
            <a:r>
              <a:rPr lang="en-SG" altLang="zh-CN" dirty="0">
                <a:solidFill>
                  <a:schemeClr val="accent6">
                    <a:lumMod val="75000"/>
                  </a:schemeClr>
                </a:solidFill>
              </a:rPr>
              <a:t>S</a:t>
            </a:r>
            <a:r>
              <a:rPr lang="en-US" altLang="zh-CN" dirty="0" err="1">
                <a:solidFill>
                  <a:schemeClr val="accent6">
                    <a:lumMod val="75000"/>
                  </a:schemeClr>
                </a:solidFill>
              </a:rPr>
              <a:t>pring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框架实现</a:t>
            </a:r>
            <a:r>
              <a:rPr lang="en-SG" sz="1800" dirty="0">
                <a:solidFill>
                  <a:schemeClr val="accent6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2A97EB-1A06-81A4-2CB0-3452B2DEB9B8}"/>
              </a:ext>
            </a:extLst>
          </p:cNvPr>
          <p:cNvSpPr txBox="1"/>
          <p:nvPr/>
        </p:nvSpPr>
        <p:spPr>
          <a:xfrm>
            <a:off x="9371372" y="1465795"/>
            <a:ext cx="30809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SG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CD3E54-4293-AC55-ABF2-03AB4DAD06F7}"/>
              </a:ext>
            </a:extLst>
          </p:cNvPr>
          <p:cNvSpPr txBox="1"/>
          <p:nvPr/>
        </p:nvSpPr>
        <p:spPr>
          <a:xfrm>
            <a:off x="7882173" y="1281941"/>
            <a:ext cx="30809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SG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4EEFFC-5C42-4533-8800-7B9864D97A9C}"/>
              </a:ext>
            </a:extLst>
          </p:cNvPr>
          <p:cNvSpPr txBox="1"/>
          <p:nvPr/>
        </p:nvSpPr>
        <p:spPr>
          <a:xfrm>
            <a:off x="838200" y="6027174"/>
            <a:ext cx="4471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开发时</a:t>
            </a:r>
            <a:endParaRPr lang="en-SG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591B6D-E8BB-6989-FA26-0CB421566CD0}"/>
              </a:ext>
            </a:extLst>
          </p:cNvPr>
          <p:cNvSpPr txBox="1"/>
          <p:nvPr/>
        </p:nvSpPr>
        <p:spPr>
          <a:xfrm>
            <a:off x="6882580" y="6037006"/>
            <a:ext cx="4471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开发前</a:t>
            </a:r>
            <a:r>
              <a:rPr lang="en-SG" altLang="zh-CN" dirty="0"/>
              <a:t>/</a:t>
            </a:r>
            <a:r>
              <a:rPr lang="zh-CN" altLang="en-US" dirty="0"/>
              <a:t>需求设计时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943434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361</Words>
  <Application>Microsoft Office PowerPoint</Application>
  <PresentationFormat>Widescreen</PresentationFormat>
  <Paragraphs>26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Wingdings</vt:lpstr>
      <vt:lpstr>Office Theme</vt:lpstr>
      <vt:lpstr>Github Copilot</vt:lpstr>
      <vt:lpstr>有关API的功能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Ruizhe Ye</dc:creator>
  <cp:lastModifiedBy>Ruizhe Ye</cp:lastModifiedBy>
  <cp:revision>1</cp:revision>
  <dcterms:created xsi:type="dcterms:W3CDTF">2024-12-19T16:58:43Z</dcterms:created>
  <dcterms:modified xsi:type="dcterms:W3CDTF">2024-12-19T18:26:24Z</dcterms:modified>
</cp:coreProperties>
</file>